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11C38-6F9D-4684-861B-505BE16DD27A}" v="29" dt="2025-10-29T10:48:55.845"/>
    <p1510:client id="{FBA03449-EF5C-D355-3105-5F8D968F4525}" v="44" dt="2025-10-30T12:41:00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Deiss" userId="dbeaf172-7790-4f6c-8c47-8107e5b7cb55" providerId="ADAL" clId="{8C36CDA4-ECF4-41FC-BD40-AD8C2C42BC16}"/>
    <pc:docChg chg="undo custSel modSld">
      <pc:chgData name="Jan Deiss" userId="dbeaf172-7790-4f6c-8c47-8107e5b7cb55" providerId="ADAL" clId="{8C36CDA4-ECF4-41FC-BD40-AD8C2C42BC16}" dt="2025-10-29T10:50:44.035" v="383" actId="20577"/>
      <pc:docMkLst>
        <pc:docMk/>
      </pc:docMkLst>
      <pc:sldChg chg="addSp delSp modSp mod">
        <pc:chgData name="Jan Deiss" userId="dbeaf172-7790-4f6c-8c47-8107e5b7cb55" providerId="ADAL" clId="{8C36CDA4-ECF4-41FC-BD40-AD8C2C42BC16}" dt="2025-10-29T10:48:55.844" v="31" actId="14100"/>
        <pc:sldMkLst>
          <pc:docMk/>
          <pc:sldMk cId="2455018397" sldId="257"/>
        </pc:sldMkLst>
        <pc:spChg chg="mod">
          <ac:chgData name="Jan Deiss" userId="dbeaf172-7790-4f6c-8c47-8107e5b7cb55" providerId="ADAL" clId="{8C36CDA4-ECF4-41FC-BD40-AD8C2C42BC16}" dt="2025-10-29T10:47:05.880" v="7" actId="26606"/>
          <ac:spMkLst>
            <pc:docMk/>
            <pc:sldMk cId="2455018397" sldId="257"/>
            <ac:spMk id="2" creationId="{996D8749-CCCA-E72C-C16D-E24C8A2E4224}"/>
          </ac:spMkLst>
        </pc:spChg>
        <pc:spChg chg="del">
          <ac:chgData name="Jan Deiss" userId="dbeaf172-7790-4f6c-8c47-8107e5b7cb55" providerId="ADAL" clId="{8C36CDA4-ECF4-41FC-BD40-AD8C2C42BC16}" dt="2025-10-29T10:46:47.928" v="1" actId="26606"/>
          <ac:spMkLst>
            <pc:docMk/>
            <pc:sldMk cId="2455018397" sldId="257"/>
            <ac:spMk id="1040" creationId="{48B1C393-6092-0697-2302-83D09152DBFA}"/>
          </ac:spMkLst>
        </pc:spChg>
        <pc:spChg chg="add mod ord">
          <ac:chgData name="Jan Deiss" userId="dbeaf172-7790-4f6c-8c47-8107e5b7cb55" providerId="ADAL" clId="{8C36CDA4-ECF4-41FC-BD40-AD8C2C42BC16}" dt="2025-10-29T10:47:05.880" v="7" actId="26606"/>
          <ac:spMkLst>
            <pc:docMk/>
            <pc:sldMk cId="2455018397" sldId="257"/>
            <ac:spMk id="1044" creationId="{0EC3450A-49C2-E00C-E7F6-57C4D1C1B39C}"/>
          </ac:spMkLst>
        </pc:spChg>
        <pc:spChg chg="add del">
          <ac:chgData name="Jan Deiss" userId="dbeaf172-7790-4f6c-8c47-8107e5b7cb55" providerId="ADAL" clId="{8C36CDA4-ECF4-41FC-BD40-AD8C2C42BC16}" dt="2025-10-29T10:47:05.880" v="7" actId="26606"/>
          <ac:spMkLst>
            <pc:docMk/>
            <pc:sldMk cId="2455018397" sldId="257"/>
            <ac:spMk id="1047" creationId="{B48C9DD2-989F-8CA3-3946-7AA643BD07F8}"/>
          </ac:spMkLst>
        </pc:spChg>
        <pc:spChg chg="add del">
          <ac:chgData name="Jan Deiss" userId="dbeaf172-7790-4f6c-8c47-8107e5b7cb55" providerId="ADAL" clId="{8C36CDA4-ECF4-41FC-BD40-AD8C2C42BC16}" dt="2025-10-29T10:47:03.309" v="4" actId="26606"/>
          <ac:spMkLst>
            <pc:docMk/>
            <pc:sldMk cId="2455018397" sldId="257"/>
            <ac:spMk id="1052" creationId="{33A151A1-919B-A89B-5C79-F9A91E73778A}"/>
          </ac:spMkLst>
        </pc:spChg>
        <pc:spChg chg="add del">
          <ac:chgData name="Jan Deiss" userId="dbeaf172-7790-4f6c-8c47-8107e5b7cb55" providerId="ADAL" clId="{8C36CDA4-ECF4-41FC-BD40-AD8C2C42BC16}" dt="2025-10-29T10:47:05.877" v="6" actId="26606"/>
          <ac:spMkLst>
            <pc:docMk/>
            <pc:sldMk cId="2455018397" sldId="257"/>
            <ac:spMk id="1054" creationId="{DADD5DBF-ACC6-76CE-2A75-CBFE4C445620}"/>
          </ac:spMkLst>
        </pc:spChg>
        <pc:spChg chg="add">
          <ac:chgData name="Jan Deiss" userId="dbeaf172-7790-4f6c-8c47-8107e5b7cb55" providerId="ADAL" clId="{8C36CDA4-ECF4-41FC-BD40-AD8C2C42BC16}" dt="2025-10-29T10:47:05.880" v="7" actId="26606"/>
          <ac:spMkLst>
            <pc:docMk/>
            <pc:sldMk cId="2455018397" sldId="257"/>
            <ac:spMk id="1056" creationId="{2B17D7DC-BF3D-7F3A-4E0D-0287F6345D3C}"/>
          </ac:spMkLst>
        </pc:spChg>
        <pc:picChg chg="add del mod ord">
          <ac:chgData name="Jan Deiss" userId="dbeaf172-7790-4f6c-8c47-8107e5b7cb55" providerId="ADAL" clId="{8C36CDA4-ECF4-41FC-BD40-AD8C2C42BC16}" dt="2025-10-29T10:47:41.166" v="11" actId="478"/>
          <ac:picMkLst>
            <pc:docMk/>
            <pc:sldMk cId="2455018397" sldId="257"/>
            <ac:picMk id="3" creationId="{FF9F5DBB-9E66-0A42-4D76-3349EDDA5C61}"/>
          </ac:picMkLst>
        </pc:picChg>
        <pc:picChg chg="add del mod ord">
          <ac:chgData name="Jan Deiss" userId="dbeaf172-7790-4f6c-8c47-8107e5b7cb55" providerId="ADAL" clId="{8C36CDA4-ECF4-41FC-BD40-AD8C2C42BC16}" dt="2025-10-29T10:47:41.166" v="11" actId="478"/>
          <ac:picMkLst>
            <pc:docMk/>
            <pc:sldMk cId="2455018397" sldId="257"/>
            <ac:picMk id="4" creationId="{532438F0-3C2D-8970-EB38-651463E6AD87}"/>
          </ac:picMkLst>
        </pc:picChg>
        <pc:picChg chg="mod">
          <ac:chgData name="Jan Deiss" userId="dbeaf172-7790-4f6c-8c47-8107e5b7cb55" providerId="ADAL" clId="{8C36CDA4-ECF4-41FC-BD40-AD8C2C42BC16}" dt="2025-10-29T10:47:05.880" v="7" actId="26606"/>
          <ac:picMkLst>
            <pc:docMk/>
            <pc:sldMk cId="2455018397" sldId="257"/>
            <ac:picMk id="1026" creationId="{595AB9F7-7CAD-8918-4CAC-3D05ED238265}"/>
          </ac:picMkLst>
        </pc:picChg>
        <pc:picChg chg="mod ord">
          <ac:chgData name="Jan Deiss" userId="dbeaf172-7790-4f6c-8c47-8107e5b7cb55" providerId="ADAL" clId="{8C36CDA4-ECF4-41FC-BD40-AD8C2C42BC16}" dt="2025-10-29T10:47:05.880" v="7" actId="26606"/>
          <ac:picMkLst>
            <pc:docMk/>
            <pc:sldMk cId="2455018397" sldId="257"/>
            <ac:picMk id="1028" creationId="{02C000B3-1CA5-1F75-49DC-59CB48672FE7}"/>
          </ac:picMkLst>
        </pc:picChg>
        <pc:picChg chg="add del mod">
          <ac:chgData name="Jan Deiss" userId="dbeaf172-7790-4f6c-8c47-8107e5b7cb55" providerId="ADAL" clId="{8C36CDA4-ECF4-41FC-BD40-AD8C2C42BC16}" dt="2025-10-29T10:48:07.156" v="22" actId="14100"/>
          <ac:picMkLst>
            <pc:docMk/>
            <pc:sldMk cId="2455018397" sldId="257"/>
            <ac:picMk id="1030" creationId="{C202A5B6-64FE-125C-33C8-10A4F10B7EF9}"/>
          </ac:picMkLst>
        </pc:picChg>
        <pc:picChg chg="add del mod">
          <ac:chgData name="Jan Deiss" userId="dbeaf172-7790-4f6c-8c47-8107e5b7cb55" providerId="ADAL" clId="{8C36CDA4-ECF4-41FC-BD40-AD8C2C42BC16}" dt="2025-10-29T10:48:55.844" v="31" actId="14100"/>
          <ac:picMkLst>
            <pc:docMk/>
            <pc:sldMk cId="2455018397" sldId="257"/>
            <ac:picMk id="1032" creationId="{A3C2AB41-57D1-22EF-908B-84DB32FA7745}"/>
          </ac:picMkLst>
        </pc:picChg>
      </pc:sldChg>
      <pc:sldChg chg="modSp">
        <pc:chgData name="Jan Deiss" userId="dbeaf172-7790-4f6c-8c47-8107e5b7cb55" providerId="ADAL" clId="{8C36CDA4-ECF4-41FC-BD40-AD8C2C42BC16}" dt="2025-10-29T10:48:41.205" v="28"/>
        <pc:sldMkLst>
          <pc:docMk/>
          <pc:sldMk cId="4003846417" sldId="258"/>
        </pc:sldMkLst>
        <pc:graphicFrameChg chg="mod">
          <ac:chgData name="Jan Deiss" userId="dbeaf172-7790-4f6c-8c47-8107e5b7cb55" providerId="ADAL" clId="{8C36CDA4-ECF4-41FC-BD40-AD8C2C42BC16}" dt="2025-10-29T10:48:41.205" v="28"/>
          <ac:graphicFrameMkLst>
            <pc:docMk/>
            <pc:sldMk cId="4003846417" sldId="258"/>
            <ac:graphicFrameMk id="15" creationId="{5B24A983-4BF5-85C0-5B0E-FBB92D334CC1}"/>
          </ac:graphicFrameMkLst>
        </pc:graphicFrameChg>
      </pc:sldChg>
      <pc:sldChg chg="modSp mod">
        <pc:chgData name="Jan Deiss" userId="dbeaf172-7790-4f6c-8c47-8107e5b7cb55" providerId="ADAL" clId="{8C36CDA4-ECF4-41FC-BD40-AD8C2C42BC16}" dt="2025-10-29T10:50:44.035" v="383" actId="20577"/>
        <pc:sldMkLst>
          <pc:docMk/>
          <pc:sldMk cId="1209196150" sldId="259"/>
        </pc:sldMkLst>
        <pc:spChg chg="mod">
          <ac:chgData name="Jan Deiss" userId="dbeaf172-7790-4f6c-8c47-8107e5b7cb55" providerId="ADAL" clId="{8C36CDA4-ECF4-41FC-BD40-AD8C2C42BC16}" dt="2025-10-29T10:49:06.892" v="44" actId="20577"/>
          <ac:spMkLst>
            <pc:docMk/>
            <pc:sldMk cId="1209196150" sldId="259"/>
            <ac:spMk id="2" creationId="{37D1E646-BD76-6CF5-109B-C9F2E0B9B47A}"/>
          </ac:spMkLst>
        </pc:spChg>
        <pc:spChg chg="mod">
          <ac:chgData name="Jan Deiss" userId="dbeaf172-7790-4f6c-8c47-8107e5b7cb55" providerId="ADAL" clId="{8C36CDA4-ECF4-41FC-BD40-AD8C2C42BC16}" dt="2025-10-29T10:50:44.035" v="383" actId="20577"/>
          <ac:spMkLst>
            <pc:docMk/>
            <pc:sldMk cId="1209196150" sldId="259"/>
            <ac:spMk id="3" creationId="{EF0B2DFC-28F1-7742-6941-FAADFB4C96C5}"/>
          </ac:spMkLst>
        </pc:spChg>
      </pc:sldChg>
    </pc:docChg>
  </pc:docChgLst>
  <pc:docChgLst>
    <pc:chgData name="Caroline Heggemsnes Pirolt" userId="S::capia002@osloskolen.no::fdff6642-7ff0-4441-9545-f4ea0c232065" providerId="AD" clId="Web-{FBA03449-EF5C-D355-3105-5F8D968F4525}"/>
    <pc:docChg chg="modSld">
      <pc:chgData name="Caroline Heggemsnes Pirolt" userId="S::capia002@osloskolen.no::fdff6642-7ff0-4441-9545-f4ea0c232065" providerId="AD" clId="Web-{FBA03449-EF5C-D355-3105-5F8D968F4525}" dt="2025-10-30T12:40:59.157" v="43" actId="20577"/>
      <pc:docMkLst>
        <pc:docMk/>
      </pc:docMkLst>
      <pc:sldChg chg="modSp">
        <pc:chgData name="Caroline Heggemsnes Pirolt" userId="S::capia002@osloskolen.no::fdff6642-7ff0-4441-9545-f4ea0c232065" providerId="AD" clId="Web-{FBA03449-EF5C-D355-3105-5F8D968F4525}" dt="2025-10-30T12:40:59.157" v="43" actId="20577"/>
        <pc:sldMkLst>
          <pc:docMk/>
          <pc:sldMk cId="2765015478" sldId="256"/>
        </pc:sldMkLst>
        <pc:spChg chg="mod">
          <ac:chgData name="Caroline Heggemsnes Pirolt" userId="S::capia002@osloskolen.no::fdff6642-7ff0-4441-9545-f4ea0c232065" providerId="AD" clId="Web-{FBA03449-EF5C-D355-3105-5F8D968F4525}" dt="2025-10-30T12:40:59.157" v="43" actId="20577"/>
          <ac:spMkLst>
            <pc:docMk/>
            <pc:sldMk cId="2765015478" sldId="256"/>
            <ac:spMk id="3" creationId="{B879CA6C-05CF-D710-9765-574F1628F0B9}"/>
          </ac:spMkLst>
        </pc:spChg>
      </pc:sldChg>
      <pc:sldChg chg="modSp">
        <pc:chgData name="Caroline Heggemsnes Pirolt" userId="S::capia002@osloskolen.no::fdff6642-7ff0-4441-9545-f4ea0c232065" providerId="AD" clId="Web-{FBA03449-EF5C-D355-3105-5F8D968F4525}" dt="2025-10-30T12:40:36.563" v="27" actId="20577"/>
        <pc:sldMkLst>
          <pc:docMk/>
          <pc:sldMk cId="2455018397" sldId="257"/>
        </pc:sldMkLst>
        <pc:spChg chg="mod">
          <ac:chgData name="Caroline Heggemsnes Pirolt" userId="S::capia002@osloskolen.no::fdff6642-7ff0-4441-9545-f4ea0c232065" providerId="AD" clId="Web-{FBA03449-EF5C-D355-3105-5F8D968F4525}" dt="2025-10-30T12:40:36.563" v="27" actId="20577"/>
          <ac:spMkLst>
            <pc:docMk/>
            <pc:sldMk cId="2455018397" sldId="257"/>
            <ac:spMk id="2" creationId="{996D8749-CCCA-E72C-C16D-E24C8A2E4224}"/>
          </ac:spMkLst>
        </pc:spChg>
        <pc:spChg chg="mod">
          <ac:chgData name="Caroline Heggemsnes Pirolt" userId="S::capia002@osloskolen.no::fdff6642-7ff0-4441-9545-f4ea0c232065" providerId="AD" clId="Web-{FBA03449-EF5C-D355-3105-5F8D968F4525}" dt="2025-10-30T12:38:57.153" v="5" actId="1076"/>
          <ac:spMkLst>
            <pc:docMk/>
            <pc:sldMk cId="2455018397" sldId="257"/>
            <ac:spMk id="1044" creationId="{0EC3450A-49C2-E00C-E7F6-57C4D1C1B39C}"/>
          </ac:spMkLst>
        </pc:spChg>
        <pc:picChg chg="mod">
          <ac:chgData name="Caroline Heggemsnes Pirolt" userId="S::capia002@osloskolen.no::fdff6642-7ff0-4441-9545-f4ea0c232065" providerId="AD" clId="Web-{FBA03449-EF5C-D355-3105-5F8D968F4525}" dt="2025-10-30T12:39:57.858" v="19" actId="14100"/>
          <ac:picMkLst>
            <pc:docMk/>
            <pc:sldMk cId="2455018397" sldId="257"/>
            <ac:picMk id="3" creationId="{FF9F5DBB-9E66-0A42-4D76-3349EDDA5C61}"/>
          </ac:picMkLst>
        </pc:picChg>
        <pc:picChg chg="mod">
          <ac:chgData name="Caroline Heggemsnes Pirolt" userId="S::capia002@osloskolen.no::fdff6642-7ff0-4441-9545-f4ea0c232065" providerId="AD" clId="Web-{FBA03449-EF5C-D355-3105-5F8D968F4525}" dt="2025-10-30T12:39:54.733" v="18" actId="1076"/>
          <ac:picMkLst>
            <pc:docMk/>
            <pc:sldMk cId="2455018397" sldId="257"/>
            <ac:picMk id="4" creationId="{532438F0-3C2D-8970-EB38-651463E6AD87}"/>
          </ac:picMkLst>
        </pc:picChg>
        <pc:picChg chg="mod">
          <ac:chgData name="Caroline Heggemsnes Pirolt" userId="S::capia002@osloskolen.no::fdff6642-7ff0-4441-9545-f4ea0c232065" providerId="AD" clId="Web-{FBA03449-EF5C-D355-3105-5F8D968F4525}" dt="2025-10-30T12:39:52.499" v="17" actId="1076"/>
          <ac:picMkLst>
            <pc:docMk/>
            <pc:sldMk cId="2455018397" sldId="257"/>
            <ac:picMk id="1026" creationId="{595AB9F7-7CAD-8918-4CAC-3D05ED238265}"/>
          </ac:picMkLst>
        </pc:picChg>
        <pc:picChg chg="mod">
          <ac:chgData name="Caroline Heggemsnes Pirolt" userId="S::capia002@osloskolen.no::fdff6642-7ff0-4441-9545-f4ea0c232065" providerId="AD" clId="Web-{FBA03449-EF5C-D355-3105-5F8D968F4525}" dt="2025-10-30T12:39:38.186" v="13" actId="1076"/>
          <ac:picMkLst>
            <pc:docMk/>
            <pc:sldMk cId="2455018397" sldId="257"/>
            <ac:picMk id="1030" creationId="{C202A5B6-64FE-125C-33C8-10A4F10B7EF9}"/>
          </ac:picMkLst>
        </pc:picChg>
        <pc:picChg chg="mod">
          <ac:chgData name="Caroline Heggemsnes Pirolt" userId="S::capia002@osloskolen.no::fdff6642-7ff0-4441-9545-f4ea0c232065" providerId="AD" clId="Web-{FBA03449-EF5C-D355-3105-5F8D968F4525}" dt="2025-10-30T12:39:41.405" v="14" actId="1076"/>
          <ac:picMkLst>
            <pc:docMk/>
            <pc:sldMk cId="2455018397" sldId="257"/>
            <ac:picMk id="1032" creationId="{A3C2AB41-57D1-22EF-908B-84DB32FA7745}"/>
          </ac:picMkLst>
        </pc:picChg>
      </pc:sldChg>
      <pc:sldChg chg="modSp">
        <pc:chgData name="Caroline Heggemsnes Pirolt" userId="S::capia002@osloskolen.no::fdff6642-7ff0-4441-9545-f4ea0c232065" providerId="AD" clId="Web-{FBA03449-EF5C-D355-3105-5F8D968F4525}" dt="2025-10-30T11:49:30.255" v="1" actId="1076"/>
        <pc:sldMkLst>
          <pc:docMk/>
          <pc:sldMk cId="4003846417" sldId="258"/>
        </pc:sldMkLst>
        <pc:graphicFrameChg chg="mod">
          <ac:chgData name="Caroline Heggemsnes Pirolt" userId="S::capia002@osloskolen.no::fdff6642-7ff0-4441-9545-f4ea0c232065" providerId="AD" clId="Web-{FBA03449-EF5C-D355-3105-5F8D968F4525}" dt="2025-10-30T11:49:30.255" v="1" actId="1076"/>
          <ac:graphicFrameMkLst>
            <pc:docMk/>
            <pc:sldMk cId="4003846417" sldId="258"/>
            <ac:graphicFrameMk id="15" creationId="{5B24A983-4BF5-85C0-5B0E-FBB92D334CC1}"/>
          </ac:graphicFrameMkLst>
        </pc:graphicFrameChg>
      </pc:sldChg>
      <pc:sldChg chg="addSp modSp mod setBg">
        <pc:chgData name="Caroline Heggemsnes Pirolt" userId="S::capia002@osloskolen.no::fdff6642-7ff0-4441-9545-f4ea0c232065" providerId="AD" clId="Web-{FBA03449-EF5C-D355-3105-5F8D968F4525}" dt="2025-10-30T12:38:31.309" v="2"/>
        <pc:sldMkLst>
          <pc:docMk/>
          <pc:sldMk cId="1209196150" sldId="259"/>
        </pc:sldMkLst>
        <pc:spChg chg="mod">
          <ac:chgData name="Caroline Heggemsnes Pirolt" userId="S::capia002@osloskolen.no::fdff6642-7ff0-4441-9545-f4ea0c232065" providerId="AD" clId="Web-{FBA03449-EF5C-D355-3105-5F8D968F4525}" dt="2025-10-30T12:38:31.309" v="2"/>
          <ac:spMkLst>
            <pc:docMk/>
            <pc:sldMk cId="1209196150" sldId="259"/>
            <ac:spMk id="2" creationId="{37D1E646-BD76-6CF5-109B-C9F2E0B9B47A}"/>
          </ac:spMkLst>
        </pc:spChg>
        <pc:spChg chg="mod">
          <ac:chgData name="Caroline Heggemsnes Pirolt" userId="S::capia002@osloskolen.no::fdff6642-7ff0-4441-9545-f4ea0c232065" providerId="AD" clId="Web-{FBA03449-EF5C-D355-3105-5F8D968F4525}" dt="2025-10-30T12:38:31.309" v="2"/>
          <ac:spMkLst>
            <pc:docMk/>
            <pc:sldMk cId="1209196150" sldId="259"/>
            <ac:spMk id="3" creationId="{EF0B2DFC-28F1-7742-6941-FAADFB4C96C5}"/>
          </ac:spMkLst>
        </pc:spChg>
        <pc:spChg chg="add">
          <ac:chgData name="Caroline Heggemsnes Pirolt" userId="S::capia002@osloskolen.no::fdff6642-7ff0-4441-9545-f4ea0c232065" providerId="AD" clId="Web-{FBA03449-EF5C-D355-3105-5F8D968F4525}" dt="2025-10-30T12:38:31.309" v="2"/>
          <ac:spMkLst>
            <pc:docMk/>
            <pc:sldMk cId="1209196150" sldId="259"/>
            <ac:spMk id="8" creationId="{EC8C6078-B9FC-62D3-82A6-AED0C1C0C03A}"/>
          </ac:spMkLst>
        </pc:spChg>
        <pc:spChg chg="add">
          <ac:chgData name="Caroline Heggemsnes Pirolt" userId="S::capia002@osloskolen.no::fdff6642-7ff0-4441-9545-f4ea0c232065" providerId="AD" clId="Web-{FBA03449-EF5C-D355-3105-5F8D968F4525}" dt="2025-10-30T12:38:31.309" v="2"/>
          <ac:spMkLst>
            <pc:docMk/>
            <pc:sldMk cId="1209196150" sldId="259"/>
            <ac:spMk id="10" creationId="{8323CF07-AAA9-DC0B-9E00-84313AE4538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809F31-3B0B-442F-9DBC-46A177B6E26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1566FC-38EC-4237-B03A-50183E562E31}">
      <dgm:prSet/>
      <dgm:spPr/>
      <dgm:t>
        <a:bodyPr/>
        <a:lstStyle/>
        <a:p>
          <a:r>
            <a:rPr lang="nb-NO"/>
            <a:t>Navn: CyberWise           </a:t>
          </a:r>
          <a:endParaRPr lang="en-US"/>
        </a:p>
      </dgm:t>
    </dgm:pt>
    <dgm:pt modelId="{C7E93D32-228F-46CB-8BF0-0D6020D5766C}" type="parTrans" cxnId="{4FD4E914-938D-4470-95EC-9FF928F39635}">
      <dgm:prSet/>
      <dgm:spPr/>
      <dgm:t>
        <a:bodyPr/>
        <a:lstStyle/>
        <a:p>
          <a:endParaRPr lang="en-US"/>
        </a:p>
      </dgm:t>
    </dgm:pt>
    <dgm:pt modelId="{62CC453D-44B9-420C-B94C-D1E5B05C48A5}" type="sibTrans" cxnId="{4FD4E914-938D-4470-95EC-9FF928F39635}">
      <dgm:prSet/>
      <dgm:spPr/>
      <dgm:t>
        <a:bodyPr/>
        <a:lstStyle/>
        <a:p>
          <a:endParaRPr lang="en-US"/>
        </a:p>
      </dgm:t>
    </dgm:pt>
    <dgm:pt modelId="{25393BEF-F404-4459-9AFE-1963D1735E24}">
      <dgm:prSet/>
      <dgm:spPr/>
      <dgm:t>
        <a:bodyPr/>
        <a:lstStyle/>
        <a:p>
          <a:r>
            <a:rPr lang="nb-NO"/>
            <a:t>Tagline: “Bli digitalt trygg – ett nivå av gangen”      </a:t>
          </a:r>
          <a:endParaRPr lang="en-US"/>
        </a:p>
      </dgm:t>
    </dgm:pt>
    <dgm:pt modelId="{4C728C31-BAB8-4448-AFD9-CF69C0C263CA}" type="parTrans" cxnId="{42462C6C-B0FF-498C-9A31-FD38368F0DB1}">
      <dgm:prSet/>
      <dgm:spPr/>
      <dgm:t>
        <a:bodyPr/>
        <a:lstStyle/>
        <a:p>
          <a:endParaRPr lang="en-US"/>
        </a:p>
      </dgm:t>
    </dgm:pt>
    <dgm:pt modelId="{531D0874-D2EA-47DA-B78C-B15142B2D1C1}" type="sibTrans" cxnId="{42462C6C-B0FF-498C-9A31-FD38368F0DB1}">
      <dgm:prSet/>
      <dgm:spPr/>
      <dgm:t>
        <a:bodyPr/>
        <a:lstStyle/>
        <a:p>
          <a:endParaRPr lang="en-US"/>
        </a:p>
      </dgm:t>
    </dgm:pt>
    <dgm:pt modelId="{38689014-22BE-4C7B-AA9A-94E538D38F93}">
      <dgm:prSet/>
      <dgm:spPr/>
      <dgm:t>
        <a:bodyPr/>
        <a:lstStyle/>
        <a:p>
          <a:r>
            <a:rPr lang="nb-NO"/>
            <a:t>Fargepalett: #001F3F (mørk blå) #00FF9D (neon grønn)  #202A44 (bakgrunn)  #E0E0E0 (tekst) </a:t>
          </a:r>
          <a:endParaRPr lang="en-US"/>
        </a:p>
      </dgm:t>
    </dgm:pt>
    <dgm:pt modelId="{6C4300AB-1139-44B5-8176-9DBAE114B7E6}" type="parTrans" cxnId="{D36B2155-D6B1-4A80-916C-10ADC0566313}">
      <dgm:prSet/>
      <dgm:spPr/>
      <dgm:t>
        <a:bodyPr/>
        <a:lstStyle/>
        <a:p>
          <a:endParaRPr lang="en-US"/>
        </a:p>
      </dgm:t>
    </dgm:pt>
    <dgm:pt modelId="{8E8EABF1-8F31-4AFB-8323-30F192CBF681}" type="sibTrans" cxnId="{D36B2155-D6B1-4A80-916C-10ADC0566313}">
      <dgm:prSet/>
      <dgm:spPr/>
      <dgm:t>
        <a:bodyPr/>
        <a:lstStyle/>
        <a:p>
          <a:endParaRPr lang="en-US"/>
        </a:p>
      </dgm:t>
    </dgm:pt>
    <dgm:pt modelId="{4B0E81E0-979A-4611-9500-1953587AE678}">
      <dgm:prSet/>
      <dgm:spPr/>
      <dgm:t>
        <a:bodyPr/>
        <a:lstStyle/>
        <a:p>
          <a:r>
            <a:rPr lang="nb-NO"/>
            <a:t>Fontvalg: *Orbitron* (tech-look til overskrifter) + *Inter* (ren og lesbar brødtekst)      </a:t>
          </a:r>
          <a:endParaRPr lang="en-US"/>
        </a:p>
      </dgm:t>
    </dgm:pt>
    <dgm:pt modelId="{9AEA0559-BDC6-47DD-8FA8-6B5372E73785}" type="parTrans" cxnId="{B78ECC8B-C08C-443F-9744-700098AF20B8}">
      <dgm:prSet/>
      <dgm:spPr/>
      <dgm:t>
        <a:bodyPr/>
        <a:lstStyle/>
        <a:p>
          <a:endParaRPr lang="en-US"/>
        </a:p>
      </dgm:t>
    </dgm:pt>
    <dgm:pt modelId="{0D13033D-3E18-4B8A-B822-CA45D68506E8}" type="sibTrans" cxnId="{B78ECC8B-C08C-443F-9744-700098AF20B8}">
      <dgm:prSet/>
      <dgm:spPr/>
      <dgm:t>
        <a:bodyPr/>
        <a:lstStyle/>
        <a:p>
          <a:endParaRPr lang="en-US"/>
        </a:p>
      </dgm:t>
    </dgm:pt>
    <dgm:pt modelId="{0CA34247-5FC7-42F6-898A-AA39B0CEACE1}">
      <dgm:prSet/>
      <dgm:spPr/>
      <dgm:t>
        <a:bodyPr/>
        <a:lstStyle/>
        <a:p>
          <a:r>
            <a:rPr lang="nb-NO"/>
            <a:t>Logo: Et skjold med et digitalt øye 👁️🛡️ (symboliserer “våken og beskyttet”)         </a:t>
          </a:r>
          <a:endParaRPr lang="en-US"/>
        </a:p>
      </dgm:t>
    </dgm:pt>
    <dgm:pt modelId="{35CFC39C-7FBF-41BF-9E7F-115D1B94F6E3}" type="parTrans" cxnId="{4F55924A-3904-4C3A-B0CA-1BD6EB37C475}">
      <dgm:prSet/>
      <dgm:spPr/>
      <dgm:t>
        <a:bodyPr/>
        <a:lstStyle/>
        <a:p>
          <a:endParaRPr lang="en-US"/>
        </a:p>
      </dgm:t>
    </dgm:pt>
    <dgm:pt modelId="{DA10E648-6715-4944-8743-D53F5C747D30}" type="sibTrans" cxnId="{4F55924A-3904-4C3A-B0CA-1BD6EB37C475}">
      <dgm:prSet/>
      <dgm:spPr/>
      <dgm:t>
        <a:bodyPr/>
        <a:lstStyle/>
        <a:p>
          <a:endParaRPr lang="en-US"/>
        </a:p>
      </dgm:t>
    </dgm:pt>
    <dgm:pt modelId="{3340A012-8533-4125-8BAF-1FD4B53EB80F}" type="pres">
      <dgm:prSet presAssocID="{F9809F31-3B0B-442F-9DBC-46A177B6E26C}" presName="Name0" presStyleCnt="0">
        <dgm:presLayoutVars>
          <dgm:dir/>
          <dgm:resizeHandles val="exact"/>
        </dgm:presLayoutVars>
      </dgm:prSet>
      <dgm:spPr/>
    </dgm:pt>
    <dgm:pt modelId="{6A64FC7D-75B7-4674-864D-685523ABDCB1}" type="pres">
      <dgm:prSet presAssocID="{EE1566FC-38EC-4237-B03A-50183E562E31}" presName="node" presStyleLbl="node1" presStyleIdx="0" presStyleCnt="5">
        <dgm:presLayoutVars>
          <dgm:bulletEnabled val="1"/>
        </dgm:presLayoutVars>
      </dgm:prSet>
      <dgm:spPr/>
    </dgm:pt>
    <dgm:pt modelId="{32970FE0-FC8A-4294-AEE8-54EEEAAA0D4E}" type="pres">
      <dgm:prSet presAssocID="{62CC453D-44B9-420C-B94C-D1E5B05C48A5}" presName="sibTrans" presStyleLbl="sibTrans1D1" presStyleIdx="0" presStyleCnt="4"/>
      <dgm:spPr/>
    </dgm:pt>
    <dgm:pt modelId="{CC73367C-7068-4A9E-A59E-EEFAEB618CEA}" type="pres">
      <dgm:prSet presAssocID="{62CC453D-44B9-420C-B94C-D1E5B05C48A5}" presName="connectorText" presStyleLbl="sibTrans1D1" presStyleIdx="0" presStyleCnt="4"/>
      <dgm:spPr/>
    </dgm:pt>
    <dgm:pt modelId="{373FCF24-2548-4DB7-BE40-A82BDF4D331C}" type="pres">
      <dgm:prSet presAssocID="{25393BEF-F404-4459-9AFE-1963D1735E24}" presName="node" presStyleLbl="node1" presStyleIdx="1" presStyleCnt="5">
        <dgm:presLayoutVars>
          <dgm:bulletEnabled val="1"/>
        </dgm:presLayoutVars>
      </dgm:prSet>
      <dgm:spPr/>
    </dgm:pt>
    <dgm:pt modelId="{4985F501-123F-47AE-AC14-8F1691911B5C}" type="pres">
      <dgm:prSet presAssocID="{531D0874-D2EA-47DA-B78C-B15142B2D1C1}" presName="sibTrans" presStyleLbl="sibTrans1D1" presStyleIdx="1" presStyleCnt="4"/>
      <dgm:spPr/>
    </dgm:pt>
    <dgm:pt modelId="{7F2A8FFF-5BBD-4A2E-ACF5-848B16775896}" type="pres">
      <dgm:prSet presAssocID="{531D0874-D2EA-47DA-B78C-B15142B2D1C1}" presName="connectorText" presStyleLbl="sibTrans1D1" presStyleIdx="1" presStyleCnt="4"/>
      <dgm:spPr/>
    </dgm:pt>
    <dgm:pt modelId="{1E698D20-5F4F-4323-B4E1-C56D49551458}" type="pres">
      <dgm:prSet presAssocID="{38689014-22BE-4C7B-AA9A-94E538D38F93}" presName="node" presStyleLbl="node1" presStyleIdx="2" presStyleCnt="5">
        <dgm:presLayoutVars>
          <dgm:bulletEnabled val="1"/>
        </dgm:presLayoutVars>
      </dgm:prSet>
      <dgm:spPr/>
    </dgm:pt>
    <dgm:pt modelId="{EF51D54C-BC04-43C8-8DA9-7A37B9DC1B8A}" type="pres">
      <dgm:prSet presAssocID="{8E8EABF1-8F31-4AFB-8323-30F192CBF681}" presName="sibTrans" presStyleLbl="sibTrans1D1" presStyleIdx="2" presStyleCnt="4"/>
      <dgm:spPr/>
    </dgm:pt>
    <dgm:pt modelId="{C71820B8-4582-4A85-AA1E-7353964FA67D}" type="pres">
      <dgm:prSet presAssocID="{8E8EABF1-8F31-4AFB-8323-30F192CBF681}" presName="connectorText" presStyleLbl="sibTrans1D1" presStyleIdx="2" presStyleCnt="4"/>
      <dgm:spPr/>
    </dgm:pt>
    <dgm:pt modelId="{B89A9A12-11D3-4638-B387-95061D921A76}" type="pres">
      <dgm:prSet presAssocID="{4B0E81E0-979A-4611-9500-1953587AE678}" presName="node" presStyleLbl="node1" presStyleIdx="3" presStyleCnt="5">
        <dgm:presLayoutVars>
          <dgm:bulletEnabled val="1"/>
        </dgm:presLayoutVars>
      </dgm:prSet>
      <dgm:spPr/>
    </dgm:pt>
    <dgm:pt modelId="{CE2926E3-1880-4669-BC9D-2AA11A9DAD81}" type="pres">
      <dgm:prSet presAssocID="{0D13033D-3E18-4B8A-B822-CA45D68506E8}" presName="sibTrans" presStyleLbl="sibTrans1D1" presStyleIdx="3" presStyleCnt="4"/>
      <dgm:spPr/>
    </dgm:pt>
    <dgm:pt modelId="{E963DDFA-0BC5-44F8-85EC-59BFF9040317}" type="pres">
      <dgm:prSet presAssocID="{0D13033D-3E18-4B8A-B822-CA45D68506E8}" presName="connectorText" presStyleLbl="sibTrans1D1" presStyleIdx="3" presStyleCnt="4"/>
      <dgm:spPr/>
    </dgm:pt>
    <dgm:pt modelId="{0F67ADF1-BB74-456A-87D9-DEA0ECF6C9B9}" type="pres">
      <dgm:prSet presAssocID="{0CA34247-5FC7-42F6-898A-AA39B0CEACE1}" presName="node" presStyleLbl="node1" presStyleIdx="4" presStyleCnt="5">
        <dgm:presLayoutVars>
          <dgm:bulletEnabled val="1"/>
        </dgm:presLayoutVars>
      </dgm:prSet>
      <dgm:spPr/>
    </dgm:pt>
  </dgm:ptLst>
  <dgm:cxnLst>
    <dgm:cxn modelId="{4FD4E914-938D-4470-95EC-9FF928F39635}" srcId="{F9809F31-3B0B-442F-9DBC-46A177B6E26C}" destId="{EE1566FC-38EC-4237-B03A-50183E562E31}" srcOrd="0" destOrd="0" parTransId="{C7E93D32-228F-46CB-8BF0-0D6020D5766C}" sibTransId="{62CC453D-44B9-420C-B94C-D1E5B05C48A5}"/>
    <dgm:cxn modelId="{89EB5C18-B104-4FE5-A884-73E2D4BA4B50}" type="presOf" srcId="{4B0E81E0-979A-4611-9500-1953587AE678}" destId="{B89A9A12-11D3-4638-B387-95061D921A76}" srcOrd="0" destOrd="0" presId="urn:microsoft.com/office/officeart/2016/7/layout/RepeatingBendingProcessNew"/>
    <dgm:cxn modelId="{9B074133-ED76-4BB7-B17D-EC6C7CFCCE40}" type="presOf" srcId="{25393BEF-F404-4459-9AFE-1963D1735E24}" destId="{373FCF24-2548-4DB7-BE40-A82BDF4D331C}" srcOrd="0" destOrd="0" presId="urn:microsoft.com/office/officeart/2016/7/layout/RepeatingBendingProcessNew"/>
    <dgm:cxn modelId="{2A739238-2FCA-4C6F-B8D2-6C06968B23F0}" type="presOf" srcId="{62CC453D-44B9-420C-B94C-D1E5B05C48A5}" destId="{32970FE0-FC8A-4294-AEE8-54EEEAAA0D4E}" srcOrd="0" destOrd="0" presId="urn:microsoft.com/office/officeart/2016/7/layout/RepeatingBendingProcessNew"/>
    <dgm:cxn modelId="{0A090C66-3287-4841-857B-E17838A1386C}" type="presOf" srcId="{F9809F31-3B0B-442F-9DBC-46A177B6E26C}" destId="{3340A012-8533-4125-8BAF-1FD4B53EB80F}" srcOrd="0" destOrd="0" presId="urn:microsoft.com/office/officeart/2016/7/layout/RepeatingBendingProcessNew"/>
    <dgm:cxn modelId="{4F55924A-3904-4C3A-B0CA-1BD6EB37C475}" srcId="{F9809F31-3B0B-442F-9DBC-46A177B6E26C}" destId="{0CA34247-5FC7-42F6-898A-AA39B0CEACE1}" srcOrd="4" destOrd="0" parTransId="{35CFC39C-7FBF-41BF-9E7F-115D1B94F6E3}" sibTransId="{DA10E648-6715-4944-8743-D53F5C747D30}"/>
    <dgm:cxn modelId="{42462C6C-B0FF-498C-9A31-FD38368F0DB1}" srcId="{F9809F31-3B0B-442F-9DBC-46A177B6E26C}" destId="{25393BEF-F404-4459-9AFE-1963D1735E24}" srcOrd="1" destOrd="0" parTransId="{4C728C31-BAB8-4448-AFD9-CF69C0C263CA}" sibTransId="{531D0874-D2EA-47DA-B78C-B15142B2D1C1}"/>
    <dgm:cxn modelId="{FC469E6C-DCE3-4E55-8F17-F87F47F1D98E}" type="presOf" srcId="{38689014-22BE-4C7B-AA9A-94E538D38F93}" destId="{1E698D20-5F4F-4323-B4E1-C56D49551458}" srcOrd="0" destOrd="0" presId="urn:microsoft.com/office/officeart/2016/7/layout/RepeatingBendingProcessNew"/>
    <dgm:cxn modelId="{62BED374-4ED6-440D-97B9-607B3C5924B9}" type="presOf" srcId="{62CC453D-44B9-420C-B94C-D1E5B05C48A5}" destId="{CC73367C-7068-4A9E-A59E-EEFAEB618CEA}" srcOrd="1" destOrd="0" presId="urn:microsoft.com/office/officeart/2016/7/layout/RepeatingBendingProcessNew"/>
    <dgm:cxn modelId="{D36B2155-D6B1-4A80-916C-10ADC0566313}" srcId="{F9809F31-3B0B-442F-9DBC-46A177B6E26C}" destId="{38689014-22BE-4C7B-AA9A-94E538D38F93}" srcOrd="2" destOrd="0" parTransId="{6C4300AB-1139-44B5-8176-9DBAE114B7E6}" sibTransId="{8E8EABF1-8F31-4AFB-8323-30F192CBF681}"/>
    <dgm:cxn modelId="{B78ECC8B-C08C-443F-9744-700098AF20B8}" srcId="{F9809F31-3B0B-442F-9DBC-46A177B6E26C}" destId="{4B0E81E0-979A-4611-9500-1953587AE678}" srcOrd="3" destOrd="0" parTransId="{9AEA0559-BDC6-47DD-8FA8-6B5372E73785}" sibTransId="{0D13033D-3E18-4B8A-B822-CA45D68506E8}"/>
    <dgm:cxn modelId="{A1E206B0-D0CF-4E47-9EA8-121FD5810026}" type="presOf" srcId="{8E8EABF1-8F31-4AFB-8323-30F192CBF681}" destId="{EF51D54C-BC04-43C8-8DA9-7A37B9DC1B8A}" srcOrd="0" destOrd="0" presId="urn:microsoft.com/office/officeart/2016/7/layout/RepeatingBendingProcessNew"/>
    <dgm:cxn modelId="{57862CCF-098D-49A5-8C0B-5F415FA3E6D4}" type="presOf" srcId="{EE1566FC-38EC-4237-B03A-50183E562E31}" destId="{6A64FC7D-75B7-4674-864D-685523ABDCB1}" srcOrd="0" destOrd="0" presId="urn:microsoft.com/office/officeart/2016/7/layout/RepeatingBendingProcessNew"/>
    <dgm:cxn modelId="{8C7B98D6-9AED-4B48-A346-FBE372B7B6E8}" type="presOf" srcId="{8E8EABF1-8F31-4AFB-8323-30F192CBF681}" destId="{C71820B8-4582-4A85-AA1E-7353964FA67D}" srcOrd="1" destOrd="0" presId="urn:microsoft.com/office/officeart/2016/7/layout/RepeatingBendingProcessNew"/>
    <dgm:cxn modelId="{D82D9ADA-64EF-4E9A-AF33-5E931BE9F02D}" type="presOf" srcId="{531D0874-D2EA-47DA-B78C-B15142B2D1C1}" destId="{4985F501-123F-47AE-AC14-8F1691911B5C}" srcOrd="0" destOrd="0" presId="urn:microsoft.com/office/officeart/2016/7/layout/RepeatingBendingProcessNew"/>
    <dgm:cxn modelId="{B12A28DE-4FDC-4D6C-85FD-98A5A36C4A30}" type="presOf" srcId="{0CA34247-5FC7-42F6-898A-AA39B0CEACE1}" destId="{0F67ADF1-BB74-456A-87D9-DEA0ECF6C9B9}" srcOrd="0" destOrd="0" presId="urn:microsoft.com/office/officeart/2016/7/layout/RepeatingBendingProcessNew"/>
    <dgm:cxn modelId="{16BB46E6-73F3-4677-AB6A-F4D320EEF28A}" type="presOf" srcId="{0D13033D-3E18-4B8A-B822-CA45D68506E8}" destId="{E963DDFA-0BC5-44F8-85EC-59BFF9040317}" srcOrd="1" destOrd="0" presId="urn:microsoft.com/office/officeart/2016/7/layout/RepeatingBendingProcessNew"/>
    <dgm:cxn modelId="{05183FF6-54CE-4B05-AB14-3F12F74D2B0C}" type="presOf" srcId="{531D0874-D2EA-47DA-B78C-B15142B2D1C1}" destId="{7F2A8FFF-5BBD-4A2E-ACF5-848B16775896}" srcOrd="1" destOrd="0" presId="urn:microsoft.com/office/officeart/2016/7/layout/RepeatingBendingProcessNew"/>
    <dgm:cxn modelId="{B58567F7-9FCE-43BC-81B7-1B07BA22446C}" type="presOf" srcId="{0D13033D-3E18-4B8A-B822-CA45D68506E8}" destId="{CE2926E3-1880-4669-BC9D-2AA11A9DAD81}" srcOrd="0" destOrd="0" presId="urn:microsoft.com/office/officeart/2016/7/layout/RepeatingBendingProcessNew"/>
    <dgm:cxn modelId="{A44510D3-39D4-4798-B503-DD175D526614}" type="presParOf" srcId="{3340A012-8533-4125-8BAF-1FD4B53EB80F}" destId="{6A64FC7D-75B7-4674-864D-685523ABDCB1}" srcOrd="0" destOrd="0" presId="urn:microsoft.com/office/officeart/2016/7/layout/RepeatingBendingProcessNew"/>
    <dgm:cxn modelId="{9DD514C4-8740-4EBB-A40F-A3DE01594810}" type="presParOf" srcId="{3340A012-8533-4125-8BAF-1FD4B53EB80F}" destId="{32970FE0-FC8A-4294-AEE8-54EEEAAA0D4E}" srcOrd="1" destOrd="0" presId="urn:microsoft.com/office/officeart/2016/7/layout/RepeatingBendingProcessNew"/>
    <dgm:cxn modelId="{2409B5CA-551B-4925-A709-BD6E84AC5BA4}" type="presParOf" srcId="{32970FE0-FC8A-4294-AEE8-54EEEAAA0D4E}" destId="{CC73367C-7068-4A9E-A59E-EEFAEB618CEA}" srcOrd="0" destOrd="0" presId="urn:microsoft.com/office/officeart/2016/7/layout/RepeatingBendingProcessNew"/>
    <dgm:cxn modelId="{255BC1E3-44B8-4878-9365-DAE582F128BE}" type="presParOf" srcId="{3340A012-8533-4125-8BAF-1FD4B53EB80F}" destId="{373FCF24-2548-4DB7-BE40-A82BDF4D331C}" srcOrd="2" destOrd="0" presId="urn:microsoft.com/office/officeart/2016/7/layout/RepeatingBendingProcessNew"/>
    <dgm:cxn modelId="{4CFB114A-87DC-497B-9EED-78EA03AE0000}" type="presParOf" srcId="{3340A012-8533-4125-8BAF-1FD4B53EB80F}" destId="{4985F501-123F-47AE-AC14-8F1691911B5C}" srcOrd="3" destOrd="0" presId="urn:microsoft.com/office/officeart/2016/7/layout/RepeatingBendingProcessNew"/>
    <dgm:cxn modelId="{80DF025B-1DD8-4219-A3E3-307DA68D85B5}" type="presParOf" srcId="{4985F501-123F-47AE-AC14-8F1691911B5C}" destId="{7F2A8FFF-5BBD-4A2E-ACF5-848B16775896}" srcOrd="0" destOrd="0" presId="urn:microsoft.com/office/officeart/2016/7/layout/RepeatingBendingProcessNew"/>
    <dgm:cxn modelId="{E5467922-85AE-47A1-A683-923685B56783}" type="presParOf" srcId="{3340A012-8533-4125-8BAF-1FD4B53EB80F}" destId="{1E698D20-5F4F-4323-B4E1-C56D49551458}" srcOrd="4" destOrd="0" presId="urn:microsoft.com/office/officeart/2016/7/layout/RepeatingBendingProcessNew"/>
    <dgm:cxn modelId="{EA7F2EAD-2B14-4816-B726-A8DD1B28E279}" type="presParOf" srcId="{3340A012-8533-4125-8BAF-1FD4B53EB80F}" destId="{EF51D54C-BC04-43C8-8DA9-7A37B9DC1B8A}" srcOrd="5" destOrd="0" presId="urn:microsoft.com/office/officeart/2016/7/layout/RepeatingBendingProcessNew"/>
    <dgm:cxn modelId="{27C93A13-CE0F-4003-8BB3-1360E38C30AF}" type="presParOf" srcId="{EF51D54C-BC04-43C8-8DA9-7A37B9DC1B8A}" destId="{C71820B8-4582-4A85-AA1E-7353964FA67D}" srcOrd="0" destOrd="0" presId="urn:microsoft.com/office/officeart/2016/7/layout/RepeatingBendingProcessNew"/>
    <dgm:cxn modelId="{24BF0E6F-856C-4BAF-9722-C07545F0AEB1}" type="presParOf" srcId="{3340A012-8533-4125-8BAF-1FD4B53EB80F}" destId="{B89A9A12-11D3-4638-B387-95061D921A76}" srcOrd="6" destOrd="0" presId="urn:microsoft.com/office/officeart/2016/7/layout/RepeatingBendingProcessNew"/>
    <dgm:cxn modelId="{3B7CD92C-A7BA-4C95-9DF9-036CFE4BC372}" type="presParOf" srcId="{3340A012-8533-4125-8BAF-1FD4B53EB80F}" destId="{CE2926E3-1880-4669-BC9D-2AA11A9DAD81}" srcOrd="7" destOrd="0" presId="urn:microsoft.com/office/officeart/2016/7/layout/RepeatingBendingProcessNew"/>
    <dgm:cxn modelId="{808A2B25-D03B-44AD-9529-418B9F37A1E8}" type="presParOf" srcId="{CE2926E3-1880-4669-BC9D-2AA11A9DAD81}" destId="{E963DDFA-0BC5-44F8-85EC-59BFF9040317}" srcOrd="0" destOrd="0" presId="urn:microsoft.com/office/officeart/2016/7/layout/RepeatingBendingProcessNew"/>
    <dgm:cxn modelId="{148C4D65-7B1A-4039-B6C7-AA30D5DDE0DD}" type="presParOf" srcId="{3340A012-8533-4125-8BAF-1FD4B53EB80F}" destId="{0F67ADF1-BB74-456A-87D9-DEA0ECF6C9B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70FE0-FC8A-4294-AEE8-54EEEAAA0D4E}">
      <dsp:nvSpPr>
        <dsp:cNvPr id="0" name=""/>
        <dsp:cNvSpPr/>
      </dsp:nvSpPr>
      <dsp:spPr>
        <a:xfrm>
          <a:off x="2649223" y="891559"/>
          <a:ext cx="5775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7752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2780" y="934239"/>
        <a:ext cx="30406" cy="6081"/>
      </dsp:txXfrm>
    </dsp:sp>
    <dsp:sp modelId="{6A64FC7D-75B7-4674-864D-685523ABDCB1}">
      <dsp:nvSpPr>
        <dsp:cNvPr id="0" name=""/>
        <dsp:cNvSpPr/>
      </dsp:nvSpPr>
      <dsp:spPr>
        <a:xfrm>
          <a:off x="7023" y="144079"/>
          <a:ext cx="2644000" cy="158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58" tIns="135994" rIns="129558" bIns="13599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Navn: CyberWise           </a:t>
          </a:r>
          <a:endParaRPr lang="en-US" sz="1800" kern="1200"/>
        </a:p>
      </dsp:txBody>
      <dsp:txXfrm>
        <a:off x="7023" y="144079"/>
        <a:ext cx="2644000" cy="1586400"/>
      </dsp:txXfrm>
    </dsp:sp>
    <dsp:sp modelId="{4985F501-123F-47AE-AC14-8F1691911B5C}">
      <dsp:nvSpPr>
        <dsp:cNvPr id="0" name=""/>
        <dsp:cNvSpPr/>
      </dsp:nvSpPr>
      <dsp:spPr>
        <a:xfrm>
          <a:off x="5901344" y="891559"/>
          <a:ext cx="5775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7752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74901" y="934239"/>
        <a:ext cx="30406" cy="6081"/>
      </dsp:txXfrm>
    </dsp:sp>
    <dsp:sp modelId="{373FCF24-2548-4DB7-BE40-A82BDF4D331C}">
      <dsp:nvSpPr>
        <dsp:cNvPr id="0" name=""/>
        <dsp:cNvSpPr/>
      </dsp:nvSpPr>
      <dsp:spPr>
        <a:xfrm>
          <a:off x="3259143" y="144079"/>
          <a:ext cx="2644000" cy="158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58" tIns="135994" rIns="129558" bIns="13599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Tagline: “Bli digitalt trygg – ett nivå av gangen”      </a:t>
          </a:r>
          <a:endParaRPr lang="en-US" sz="1800" kern="1200"/>
        </a:p>
      </dsp:txBody>
      <dsp:txXfrm>
        <a:off x="3259143" y="144079"/>
        <a:ext cx="2644000" cy="1586400"/>
      </dsp:txXfrm>
    </dsp:sp>
    <dsp:sp modelId="{EF51D54C-BC04-43C8-8DA9-7A37B9DC1B8A}">
      <dsp:nvSpPr>
        <dsp:cNvPr id="0" name=""/>
        <dsp:cNvSpPr/>
      </dsp:nvSpPr>
      <dsp:spPr>
        <a:xfrm>
          <a:off x="1329023" y="1728679"/>
          <a:ext cx="6504240" cy="577520"/>
        </a:xfrm>
        <a:custGeom>
          <a:avLst/>
          <a:gdLst/>
          <a:ahLst/>
          <a:cxnLst/>
          <a:rect l="0" t="0" r="0" b="0"/>
          <a:pathLst>
            <a:path>
              <a:moveTo>
                <a:pt x="6504240" y="0"/>
              </a:moveTo>
              <a:lnTo>
                <a:pt x="6504240" y="305860"/>
              </a:lnTo>
              <a:lnTo>
                <a:pt x="0" y="305860"/>
              </a:lnTo>
              <a:lnTo>
                <a:pt x="0" y="5775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17828" y="2014399"/>
        <a:ext cx="326630" cy="6081"/>
      </dsp:txXfrm>
    </dsp:sp>
    <dsp:sp modelId="{1E698D20-5F4F-4323-B4E1-C56D49551458}">
      <dsp:nvSpPr>
        <dsp:cNvPr id="0" name=""/>
        <dsp:cNvSpPr/>
      </dsp:nvSpPr>
      <dsp:spPr>
        <a:xfrm>
          <a:off x="6511264" y="144079"/>
          <a:ext cx="2644000" cy="158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58" tIns="135994" rIns="129558" bIns="13599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Fargepalett: #001F3F (mørk blå) #00FF9D (neon grønn)  #202A44 (bakgrunn)  #E0E0E0 (tekst) </a:t>
          </a:r>
          <a:endParaRPr lang="en-US" sz="1800" kern="1200"/>
        </a:p>
      </dsp:txBody>
      <dsp:txXfrm>
        <a:off x="6511264" y="144079"/>
        <a:ext cx="2644000" cy="1586400"/>
      </dsp:txXfrm>
    </dsp:sp>
    <dsp:sp modelId="{CE2926E3-1880-4669-BC9D-2AA11A9DAD81}">
      <dsp:nvSpPr>
        <dsp:cNvPr id="0" name=""/>
        <dsp:cNvSpPr/>
      </dsp:nvSpPr>
      <dsp:spPr>
        <a:xfrm>
          <a:off x="2649223" y="3086080"/>
          <a:ext cx="5775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7752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2780" y="3128759"/>
        <a:ext cx="30406" cy="6081"/>
      </dsp:txXfrm>
    </dsp:sp>
    <dsp:sp modelId="{B89A9A12-11D3-4638-B387-95061D921A76}">
      <dsp:nvSpPr>
        <dsp:cNvPr id="0" name=""/>
        <dsp:cNvSpPr/>
      </dsp:nvSpPr>
      <dsp:spPr>
        <a:xfrm>
          <a:off x="7023" y="2338600"/>
          <a:ext cx="2644000" cy="158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58" tIns="135994" rIns="129558" bIns="13599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Fontvalg: *Orbitron* (tech-look til overskrifter) + *Inter* (ren og lesbar brødtekst)      </a:t>
          </a:r>
          <a:endParaRPr lang="en-US" sz="1800" kern="1200"/>
        </a:p>
      </dsp:txBody>
      <dsp:txXfrm>
        <a:off x="7023" y="2338600"/>
        <a:ext cx="2644000" cy="1586400"/>
      </dsp:txXfrm>
    </dsp:sp>
    <dsp:sp modelId="{0F67ADF1-BB74-456A-87D9-DEA0ECF6C9B9}">
      <dsp:nvSpPr>
        <dsp:cNvPr id="0" name=""/>
        <dsp:cNvSpPr/>
      </dsp:nvSpPr>
      <dsp:spPr>
        <a:xfrm>
          <a:off x="3259143" y="2338600"/>
          <a:ext cx="2644000" cy="158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58" tIns="135994" rIns="129558" bIns="13599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800" kern="1200"/>
            <a:t>Logo: Et skjold med et digitalt øye 👁️🛡️ (symboliserer “våken og beskyttet”)         </a:t>
          </a:r>
          <a:endParaRPr lang="en-US" sz="1800" kern="1200"/>
        </a:p>
      </dsp:txBody>
      <dsp:txXfrm>
        <a:off x="3259143" y="2338600"/>
        <a:ext cx="2644000" cy="158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6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0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2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8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1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2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0CA77B13-562F-1F57-AB06-B3419B5944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53519-6DF2-49D8-7724-3873D5D3A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CyberWise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9CA6C-05CF-D710-9765-574F1628F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 sz="2200" dirty="0">
                <a:solidFill>
                  <a:srgbClr val="FFFFFF"/>
                </a:solidFill>
              </a:rPr>
              <a:t>Jan </a:t>
            </a:r>
            <a:r>
              <a:rPr lang="nb-NO" sz="2200" dirty="0" err="1">
                <a:solidFill>
                  <a:srgbClr val="FFFFFF"/>
                </a:solidFill>
              </a:rPr>
              <a:t>Deiss</a:t>
            </a:r>
            <a:r>
              <a:rPr lang="nb-NO" sz="2200" dirty="0">
                <a:solidFill>
                  <a:srgbClr val="FFFFFF"/>
                </a:solidFill>
              </a:rPr>
              <a:t> &amp; litt Caroline 1IMD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015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B17D7DC-BF3D-7F3A-4E0D-0287F6345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D8749-CCCA-E72C-C16D-E24C8A2E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57" y="548639"/>
            <a:ext cx="2205012" cy="30538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Mood </a:t>
            </a: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Board</a:t>
            </a:r>
          </a:p>
        </p:txBody>
      </p:sp>
      <p:sp>
        <p:nvSpPr>
          <p:cNvPr id="1044" name="Content Placeholder 1043">
            <a:extLst>
              <a:ext uri="{FF2B5EF4-FFF2-40B4-BE49-F238E27FC236}">
                <a16:creationId xmlns:a16="http://schemas.microsoft.com/office/drawing/2014/main" id="{0EC3450A-49C2-E00C-E7F6-57C4D1C1B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9379" y="7348767"/>
            <a:ext cx="5796512" cy="31176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</p:txBody>
      </p:sp>
      <p:pic>
        <p:nvPicPr>
          <p:cNvPr id="1026" name="Picture 2" descr="What Is Cybersecurity? - Forage">
            <a:extLst>
              <a:ext uri="{FF2B5EF4-FFF2-40B4-BE49-F238E27FC236}">
                <a16:creationId xmlns:a16="http://schemas.microsoft.com/office/drawing/2014/main" id="{595AB9F7-7CAD-8918-4CAC-3D05ED238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6" r="19425" b="1"/>
          <a:stretch>
            <a:fillRect/>
          </a:stretch>
        </p:blipFill>
        <p:spPr bwMode="auto">
          <a:xfrm>
            <a:off x="6193992" y="4218709"/>
            <a:ext cx="2988143" cy="263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ow to Improve Cybersecurity Awareness and Training | Skillcast">
            <a:extLst>
              <a:ext uri="{FF2B5EF4-FFF2-40B4-BE49-F238E27FC236}">
                <a16:creationId xmlns:a16="http://schemas.microsoft.com/office/drawing/2014/main" id="{532438F0-3C2D-8970-EB38-651463E6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8" r="14442" b="-1"/>
          <a:stretch>
            <a:fillRect/>
          </a:stretch>
        </p:blipFill>
        <p:spPr bwMode="auto">
          <a:xfrm>
            <a:off x="3171827" y="4218709"/>
            <a:ext cx="3017622" cy="263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5 Mistakes Companies Will Make This Year With Cybersecurity">
            <a:extLst>
              <a:ext uri="{FF2B5EF4-FFF2-40B4-BE49-F238E27FC236}">
                <a16:creationId xmlns:a16="http://schemas.microsoft.com/office/drawing/2014/main" id="{FF9F5DBB-9E66-0A42-4D76-3349EDDA5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7" r="17874" b="2"/>
          <a:stretch>
            <a:fillRect/>
          </a:stretch>
        </p:blipFill>
        <p:spPr bwMode="auto">
          <a:xfrm>
            <a:off x="-5177" y="4218709"/>
            <a:ext cx="3188499" cy="263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stering the Art of Dark UI Design: 9 Essential Principles and Techniques  | by Dhananjay Mukerji | Muzli - Design Inspiration">
            <a:extLst>
              <a:ext uri="{FF2B5EF4-FFF2-40B4-BE49-F238E27FC236}">
                <a16:creationId xmlns:a16="http://schemas.microsoft.com/office/drawing/2014/main" id="{02C000B3-1CA5-1F75-49DC-59CB48672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9" r="9662" b="4"/>
          <a:stretch>
            <a:fillRect/>
          </a:stretch>
        </p:blipFill>
        <p:spPr bwMode="auto">
          <a:xfrm>
            <a:off x="9183466" y="4218709"/>
            <a:ext cx="3008534" cy="263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ids are on their phones more than ever. We asked parents what they're  doing about it | Parents and parenting | The Guardian">
            <a:extLst>
              <a:ext uri="{FF2B5EF4-FFF2-40B4-BE49-F238E27FC236}">
                <a16:creationId xmlns:a16="http://schemas.microsoft.com/office/drawing/2014/main" id="{C202A5B6-64FE-125C-33C8-10A4F10B7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326" y="7124"/>
            <a:ext cx="4555787" cy="421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ld Person With Phone Images – Browse 241,196 Stock Photos, Vectors, and  Video | Adobe Stock">
            <a:extLst>
              <a:ext uri="{FF2B5EF4-FFF2-40B4-BE49-F238E27FC236}">
                <a16:creationId xmlns:a16="http://schemas.microsoft.com/office/drawing/2014/main" id="{A3C2AB41-57D1-22EF-908B-84DB32FA7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551" y="10886"/>
            <a:ext cx="3970660" cy="421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01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021DA-D038-1027-FD6B-75DE7D86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nb-NO"/>
              <a:t>Branding</a:t>
            </a:r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B24A983-4BF5-85C0-5B0E-FBB92D334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494501"/>
              </p:ext>
            </p:extLst>
          </p:nvPr>
        </p:nvGraphicFramePr>
        <p:xfrm>
          <a:off x="1426251" y="1879624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3846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1E646-BD76-6CF5-109B-C9F2E0B9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r>
              <a:rPr lang="nb-NO"/>
              <a:t>Målgruppe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B2DFC-28F1-7742-6941-FAADFB4C9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481" y="2495774"/>
            <a:ext cx="8278892" cy="3273426"/>
          </a:xfrm>
        </p:spPr>
        <p:txBody>
          <a:bodyPr>
            <a:normAutofit/>
          </a:bodyPr>
          <a:lstStyle/>
          <a:p>
            <a:r>
              <a:rPr lang="nb-NO" sz="1800"/>
              <a:t>Målgruppen er mennesker med lite forståelse av teknologi, eksempel: barn og eldre.</a:t>
            </a:r>
          </a:p>
          <a:p>
            <a:r>
              <a:rPr lang="nb-NO" sz="1800"/>
              <a:t>Denne appen skal hjelpe disse individene å beskytte seg selv i den digitale verden.</a:t>
            </a:r>
          </a:p>
        </p:txBody>
      </p:sp>
    </p:spTree>
    <p:extLst>
      <p:ext uri="{BB962C8B-B14F-4D97-AF65-F5344CB8AC3E}">
        <p14:creationId xmlns:p14="http://schemas.microsoft.com/office/powerpoint/2010/main" val="120919615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4</vt:i4>
      </vt:variant>
    </vt:vector>
  </HeadingPairs>
  <TitlesOfParts>
    <vt:vector size="5" baseType="lpstr">
      <vt:lpstr>VanillaVTI</vt:lpstr>
      <vt:lpstr>CyberWise </vt:lpstr>
      <vt:lpstr>Mood    Board</vt:lpstr>
      <vt:lpstr>Branding</vt:lpstr>
      <vt:lpstr>Målgruppe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Deiss</dc:creator>
  <cp:revision>16</cp:revision>
  <dcterms:created xsi:type="dcterms:W3CDTF">2025-10-29T09:55:15Z</dcterms:created>
  <dcterms:modified xsi:type="dcterms:W3CDTF">2025-10-30T12:41:09Z</dcterms:modified>
</cp:coreProperties>
</file>